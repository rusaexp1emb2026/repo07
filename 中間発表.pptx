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5" r:id="rId11"/>
    <p:sldId id="266" r:id="rId12"/>
    <p:sldId id="263" r:id="rId13"/>
    <p:sldId id="261" r:id="rId14"/>
    <p:sldId id="264" r:id="rId15"/>
    <p:sldId id="267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A154C-9B07-4D91-B931-C45275E46D32}" v="23" dt="2026-04-21T08:18:01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61DA6-6F1D-4FF6-B5B3-D6B0946DD4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72DD003-6156-4DEB-95A8-B24D31F56F34}">
      <dgm:prSet/>
      <dgm:spPr/>
      <dgm:t>
        <a:bodyPr/>
        <a:lstStyle/>
        <a:p>
          <a:r>
            <a:rPr lang="ja-JP"/>
            <a:t>ユーザは、5分ごとに記録される室内の温度・湿度・不快指数をスプレッドシート上で確認できること。</a:t>
          </a:r>
          <a:endParaRPr lang="en-US"/>
        </a:p>
      </dgm:t>
    </dgm:pt>
    <dgm:pt modelId="{038DEA71-C2BA-463A-9124-58FFA12ECEF2}" type="parTrans" cxnId="{89813CDE-6233-4DFA-BE5E-55E39514917A}">
      <dgm:prSet/>
      <dgm:spPr/>
      <dgm:t>
        <a:bodyPr/>
        <a:lstStyle/>
        <a:p>
          <a:endParaRPr lang="en-US"/>
        </a:p>
      </dgm:t>
    </dgm:pt>
    <dgm:pt modelId="{9F5253DE-4513-4C5B-A161-4F52E7CDDD71}" type="sibTrans" cxnId="{89813CDE-6233-4DFA-BE5E-55E39514917A}">
      <dgm:prSet/>
      <dgm:spPr/>
      <dgm:t>
        <a:bodyPr/>
        <a:lstStyle/>
        <a:p>
          <a:endParaRPr lang="en-US"/>
        </a:p>
      </dgm:t>
    </dgm:pt>
    <dgm:pt modelId="{B27EC98D-EC6C-4213-8E8E-4D26B92BD332}">
      <dgm:prSet/>
      <dgm:spPr/>
      <dgm:t>
        <a:bodyPr/>
        <a:lstStyle/>
        <a:p>
          <a:r>
            <a:rPr lang="ja-JP"/>
            <a:t>ペットが侵入したとき、警告音を再生し、通知を送信すること。</a:t>
          </a:r>
          <a:endParaRPr lang="en-US"/>
        </a:p>
      </dgm:t>
    </dgm:pt>
    <dgm:pt modelId="{2979453F-C349-48C1-AA42-6B8BECEF1F97}" type="parTrans" cxnId="{6B1FB527-F650-473F-A19A-B73A7B5E0802}">
      <dgm:prSet/>
      <dgm:spPr/>
      <dgm:t>
        <a:bodyPr/>
        <a:lstStyle/>
        <a:p>
          <a:endParaRPr lang="en-US"/>
        </a:p>
      </dgm:t>
    </dgm:pt>
    <dgm:pt modelId="{3751D48C-11BB-4149-A13F-950F39E92164}" type="sibTrans" cxnId="{6B1FB527-F650-473F-A19A-B73A7B5E0802}">
      <dgm:prSet/>
      <dgm:spPr/>
      <dgm:t>
        <a:bodyPr/>
        <a:lstStyle/>
        <a:p>
          <a:endParaRPr lang="en-US"/>
        </a:p>
      </dgm:t>
    </dgm:pt>
    <dgm:pt modelId="{C7A24932-86F1-4488-82AE-2332BD28A5B6}">
      <dgm:prSet/>
      <dgm:spPr/>
      <dgm:t>
        <a:bodyPr/>
        <a:lstStyle/>
        <a:p>
          <a:r>
            <a:rPr lang="ja-JP"/>
            <a:t>カメラの映像は保存され、過去映像を任意のタイミングで閲覧できること。</a:t>
          </a:r>
          <a:endParaRPr lang="en-US"/>
        </a:p>
      </dgm:t>
    </dgm:pt>
    <dgm:pt modelId="{35A4578C-2B2F-428F-9B6E-8971ACAD7BC0}" type="parTrans" cxnId="{132E99CF-9D65-46F6-A60F-7244BDF9C20A}">
      <dgm:prSet/>
      <dgm:spPr/>
      <dgm:t>
        <a:bodyPr/>
        <a:lstStyle/>
        <a:p>
          <a:endParaRPr lang="en-US"/>
        </a:p>
      </dgm:t>
    </dgm:pt>
    <dgm:pt modelId="{927B2DB3-66AC-4FEC-B66B-93FB4088E776}" type="sibTrans" cxnId="{132E99CF-9D65-46F6-A60F-7244BDF9C20A}">
      <dgm:prSet/>
      <dgm:spPr/>
      <dgm:t>
        <a:bodyPr/>
        <a:lstStyle/>
        <a:p>
          <a:endParaRPr lang="en-US"/>
        </a:p>
      </dgm:t>
    </dgm:pt>
    <dgm:pt modelId="{78373596-C0D1-4B7F-A2A6-D96C35E8389C}">
      <dgm:prSet/>
      <dgm:spPr/>
      <dgm:t>
        <a:bodyPr/>
        <a:lstStyle/>
        <a:p>
          <a:r>
            <a:rPr lang="ja-JP"/>
            <a:t>エアコン稼働や危険エリアなどの設定はスプレッドシートから変更することができること。</a:t>
          </a:r>
          <a:endParaRPr lang="en-US"/>
        </a:p>
      </dgm:t>
    </dgm:pt>
    <dgm:pt modelId="{B6A92BEF-3A3F-42C2-8808-16158169D703}" type="parTrans" cxnId="{B9E95F1D-F21F-4644-B2AA-0ABFBE1538DA}">
      <dgm:prSet/>
      <dgm:spPr/>
      <dgm:t>
        <a:bodyPr/>
        <a:lstStyle/>
        <a:p>
          <a:endParaRPr lang="en-US"/>
        </a:p>
      </dgm:t>
    </dgm:pt>
    <dgm:pt modelId="{898C9F9C-2A1F-41A3-BE00-80F9079D722D}" type="sibTrans" cxnId="{B9E95F1D-F21F-4644-B2AA-0ABFBE1538DA}">
      <dgm:prSet/>
      <dgm:spPr/>
      <dgm:t>
        <a:bodyPr/>
        <a:lstStyle/>
        <a:p>
          <a:endParaRPr lang="en-US"/>
        </a:p>
      </dgm:t>
    </dgm:pt>
    <dgm:pt modelId="{E6112FF8-9F58-4127-9A53-E9A266672EB0}" type="pres">
      <dgm:prSet presAssocID="{00261DA6-6F1D-4FF6-B5B3-D6B0946DD470}" presName="linear" presStyleCnt="0">
        <dgm:presLayoutVars>
          <dgm:animLvl val="lvl"/>
          <dgm:resizeHandles val="exact"/>
        </dgm:presLayoutVars>
      </dgm:prSet>
      <dgm:spPr/>
    </dgm:pt>
    <dgm:pt modelId="{9D9C0A96-3B6B-4B29-BEB9-5A419C28AACE}" type="pres">
      <dgm:prSet presAssocID="{B72DD003-6156-4DEB-95A8-B24D31F56F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463D68-6038-4C49-A8DE-444131A43F7A}" type="pres">
      <dgm:prSet presAssocID="{9F5253DE-4513-4C5B-A161-4F52E7CDDD71}" presName="spacer" presStyleCnt="0"/>
      <dgm:spPr/>
    </dgm:pt>
    <dgm:pt modelId="{EF6ACECF-3548-4C0D-8194-36ABBF13744A}" type="pres">
      <dgm:prSet presAssocID="{B27EC98D-EC6C-4213-8E8E-4D26B92BD33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CAD074-A5C5-4393-9D7B-61711D7F6D9D}" type="pres">
      <dgm:prSet presAssocID="{3751D48C-11BB-4149-A13F-950F39E92164}" presName="spacer" presStyleCnt="0"/>
      <dgm:spPr/>
    </dgm:pt>
    <dgm:pt modelId="{090FE96A-EC29-41DA-BE0F-FEFFEBF119A1}" type="pres">
      <dgm:prSet presAssocID="{C7A24932-86F1-4488-82AE-2332BD28A5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F31F20-FD31-486C-8BF4-297B0E1A99D4}" type="pres">
      <dgm:prSet presAssocID="{927B2DB3-66AC-4FEC-B66B-93FB4088E776}" presName="spacer" presStyleCnt="0"/>
      <dgm:spPr/>
    </dgm:pt>
    <dgm:pt modelId="{A83D437C-544E-4973-9250-02FECEE05483}" type="pres">
      <dgm:prSet presAssocID="{78373596-C0D1-4B7F-A2A6-D96C35E838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FB9F14-7D6F-44D6-BD44-52015DE74740}" type="presOf" srcId="{00261DA6-6F1D-4FF6-B5B3-D6B0946DD470}" destId="{E6112FF8-9F58-4127-9A53-E9A266672EB0}" srcOrd="0" destOrd="0" presId="urn:microsoft.com/office/officeart/2005/8/layout/vList2"/>
    <dgm:cxn modelId="{B9E95F1D-F21F-4644-B2AA-0ABFBE1538DA}" srcId="{00261DA6-6F1D-4FF6-B5B3-D6B0946DD470}" destId="{78373596-C0D1-4B7F-A2A6-D96C35E8389C}" srcOrd="3" destOrd="0" parTransId="{B6A92BEF-3A3F-42C2-8808-16158169D703}" sibTransId="{898C9F9C-2A1F-41A3-BE00-80F9079D722D}"/>
    <dgm:cxn modelId="{6B1FB527-F650-473F-A19A-B73A7B5E0802}" srcId="{00261DA6-6F1D-4FF6-B5B3-D6B0946DD470}" destId="{B27EC98D-EC6C-4213-8E8E-4D26B92BD332}" srcOrd="1" destOrd="0" parTransId="{2979453F-C349-48C1-AA42-6B8BECEF1F97}" sibTransId="{3751D48C-11BB-4149-A13F-950F39E92164}"/>
    <dgm:cxn modelId="{02A71972-DD10-4F95-BA41-DAADE8ABC949}" type="presOf" srcId="{C7A24932-86F1-4488-82AE-2332BD28A5B6}" destId="{090FE96A-EC29-41DA-BE0F-FEFFEBF119A1}" srcOrd="0" destOrd="0" presId="urn:microsoft.com/office/officeart/2005/8/layout/vList2"/>
    <dgm:cxn modelId="{7758B457-6E53-4461-B230-DEF219FCD8DB}" type="presOf" srcId="{78373596-C0D1-4B7F-A2A6-D96C35E8389C}" destId="{A83D437C-544E-4973-9250-02FECEE05483}" srcOrd="0" destOrd="0" presId="urn:microsoft.com/office/officeart/2005/8/layout/vList2"/>
    <dgm:cxn modelId="{732C5A81-85D6-45BB-9605-216C08F4FB7C}" type="presOf" srcId="{B27EC98D-EC6C-4213-8E8E-4D26B92BD332}" destId="{EF6ACECF-3548-4C0D-8194-36ABBF13744A}" srcOrd="0" destOrd="0" presId="urn:microsoft.com/office/officeart/2005/8/layout/vList2"/>
    <dgm:cxn modelId="{B438E38A-E92F-4B61-8EBD-E5E361216239}" type="presOf" srcId="{B72DD003-6156-4DEB-95A8-B24D31F56F34}" destId="{9D9C0A96-3B6B-4B29-BEB9-5A419C28AACE}" srcOrd="0" destOrd="0" presId="urn:microsoft.com/office/officeart/2005/8/layout/vList2"/>
    <dgm:cxn modelId="{132E99CF-9D65-46F6-A60F-7244BDF9C20A}" srcId="{00261DA6-6F1D-4FF6-B5B3-D6B0946DD470}" destId="{C7A24932-86F1-4488-82AE-2332BD28A5B6}" srcOrd="2" destOrd="0" parTransId="{35A4578C-2B2F-428F-9B6E-8971ACAD7BC0}" sibTransId="{927B2DB3-66AC-4FEC-B66B-93FB4088E776}"/>
    <dgm:cxn modelId="{89813CDE-6233-4DFA-BE5E-55E39514917A}" srcId="{00261DA6-6F1D-4FF6-B5B3-D6B0946DD470}" destId="{B72DD003-6156-4DEB-95A8-B24D31F56F34}" srcOrd="0" destOrd="0" parTransId="{038DEA71-C2BA-463A-9124-58FFA12ECEF2}" sibTransId="{9F5253DE-4513-4C5B-A161-4F52E7CDDD71}"/>
    <dgm:cxn modelId="{577DF26B-6D36-42EF-82A5-5B6E10243AE4}" type="presParOf" srcId="{E6112FF8-9F58-4127-9A53-E9A266672EB0}" destId="{9D9C0A96-3B6B-4B29-BEB9-5A419C28AACE}" srcOrd="0" destOrd="0" presId="urn:microsoft.com/office/officeart/2005/8/layout/vList2"/>
    <dgm:cxn modelId="{83653A33-3124-406F-8E0E-33E07602D7E9}" type="presParOf" srcId="{E6112FF8-9F58-4127-9A53-E9A266672EB0}" destId="{CD463D68-6038-4C49-A8DE-444131A43F7A}" srcOrd="1" destOrd="0" presId="urn:microsoft.com/office/officeart/2005/8/layout/vList2"/>
    <dgm:cxn modelId="{23FD3B89-F74B-4B74-BE20-2B429A581D98}" type="presParOf" srcId="{E6112FF8-9F58-4127-9A53-E9A266672EB0}" destId="{EF6ACECF-3548-4C0D-8194-36ABBF13744A}" srcOrd="2" destOrd="0" presId="urn:microsoft.com/office/officeart/2005/8/layout/vList2"/>
    <dgm:cxn modelId="{66F8CB64-0E7D-4BE0-903D-87948FD30E63}" type="presParOf" srcId="{E6112FF8-9F58-4127-9A53-E9A266672EB0}" destId="{E6CAD074-A5C5-4393-9D7B-61711D7F6D9D}" srcOrd="3" destOrd="0" presId="urn:microsoft.com/office/officeart/2005/8/layout/vList2"/>
    <dgm:cxn modelId="{0677EA45-3750-40D3-947B-B7667B6783DE}" type="presParOf" srcId="{E6112FF8-9F58-4127-9A53-E9A266672EB0}" destId="{090FE96A-EC29-41DA-BE0F-FEFFEBF119A1}" srcOrd="4" destOrd="0" presId="urn:microsoft.com/office/officeart/2005/8/layout/vList2"/>
    <dgm:cxn modelId="{FE662F94-0917-404A-AC21-2A618CA2CAE4}" type="presParOf" srcId="{E6112FF8-9F58-4127-9A53-E9A266672EB0}" destId="{2DF31F20-FD31-486C-8BF4-297B0E1A99D4}" srcOrd="5" destOrd="0" presId="urn:microsoft.com/office/officeart/2005/8/layout/vList2"/>
    <dgm:cxn modelId="{79D3FDEA-0662-439D-A517-BD3FE9C1026A}" type="presParOf" srcId="{E6112FF8-9F58-4127-9A53-E9A266672EB0}" destId="{A83D437C-544E-4973-9250-02FECEE054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FEE0EA-75F5-41B6-ACD5-38EBD65C9B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5CB4C8-F6EB-446F-A169-6C32A6E033CE}">
      <dgm:prSet/>
      <dgm:spPr/>
      <dgm:t>
        <a:bodyPr/>
        <a:lstStyle/>
        <a:p>
          <a:r>
            <a:rPr kumimoji="1" lang="ja-JP"/>
            <a:t>室内でペットを飼育しているすべての人が対象。</a:t>
          </a:r>
          <a:endParaRPr lang="en-US"/>
        </a:p>
      </dgm:t>
    </dgm:pt>
    <dgm:pt modelId="{563F46EF-63CB-4369-A47E-37FA8367ABA2}" type="parTrans" cxnId="{384EBFE3-6524-43D7-B4C6-5645FF509699}">
      <dgm:prSet/>
      <dgm:spPr/>
      <dgm:t>
        <a:bodyPr/>
        <a:lstStyle/>
        <a:p>
          <a:endParaRPr lang="en-US"/>
        </a:p>
      </dgm:t>
    </dgm:pt>
    <dgm:pt modelId="{D503747D-17D9-41AF-B8DF-995F1B5AA135}" type="sibTrans" cxnId="{384EBFE3-6524-43D7-B4C6-5645FF509699}">
      <dgm:prSet/>
      <dgm:spPr/>
      <dgm:t>
        <a:bodyPr/>
        <a:lstStyle/>
        <a:p>
          <a:endParaRPr lang="en-US"/>
        </a:p>
      </dgm:t>
    </dgm:pt>
    <dgm:pt modelId="{2B6FE33A-EFC0-48B3-8053-82773EB68451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1" lang="ja-JP" altLang="en-US" dirty="0"/>
            <a:t>➡</a:t>
          </a:r>
          <a:r>
            <a:rPr kumimoji="1" lang="ja-JP" dirty="0"/>
            <a:t>日中に外出して留守になる人</a:t>
          </a:r>
          <a:endParaRPr lang="en-US" dirty="0"/>
        </a:p>
      </dgm:t>
    </dgm:pt>
    <dgm:pt modelId="{53000BBE-DE0E-4E95-A70D-6F3633C92111}" type="parTrans" cxnId="{0B84F9E6-B1FE-4DA0-8F39-03BC99424027}">
      <dgm:prSet/>
      <dgm:spPr/>
      <dgm:t>
        <a:bodyPr/>
        <a:lstStyle/>
        <a:p>
          <a:endParaRPr lang="en-US"/>
        </a:p>
      </dgm:t>
    </dgm:pt>
    <dgm:pt modelId="{F3FCA4BD-CD06-4572-BE6F-DE7DC7986897}" type="sibTrans" cxnId="{0B84F9E6-B1FE-4DA0-8F39-03BC99424027}">
      <dgm:prSet/>
      <dgm:spPr/>
      <dgm:t>
        <a:bodyPr/>
        <a:lstStyle/>
        <a:p>
          <a:endParaRPr lang="en-US"/>
        </a:p>
      </dgm:t>
    </dgm:pt>
    <dgm:pt modelId="{80976978-143D-4D57-ADDC-36B777645A6E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kumimoji="1" lang="ja-JP" altLang="en-US" dirty="0"/>
            <a:t>➡</a:t>
          </a:r>
          <a:r>
            <a:rPr kumimoji="1" lang="ja-JP" dirty="0"/>
            <a:t>一人暮らしでペットの状態をリモートで把握したい人</a:t>
          </a:r>
          <a:endParaRPr lang="en-US" dirty="0"/>
        </a:p>
      </dgm:t>
    </dgm:pt>
    <dgm:pt modelId="{BBB306EA-3828-4B41-AD53-B9AA341204C5}" type="parTrans" cxnId="{C92DEF49-CA1A-4C9E-9FF2-261DD18BB8F5}">
      <dgm:prSet/>
      <dgm:spPr/>
      <dgm:t>
        <a:bodyPr/>
        <a:lstStyle/>
        <a:p>
          <a:endParaRPr lang="en-US"/>
        </a:p>
      </dgm:t>
    </dgm:pt>
    <dgm:pt modelId="{40973C6A-5C3B-48DB-97F9-46A1676CB29A}" type="sibTrans" cxnId="{C92DEF49-CA1A-4C9E-9FF2-261DD18BB8F5}">
      <dgm:prSet/>
      <dgm:spPr/>
      <dgm:t>
        <a:bodyPr/>
        <a:lstStyle/>
        <a:p>
          <a:endParaRPr lang="en-US"/>
        </a:p>
      </dgm:t>
    </dgm:pt>
    <dgm:pt modelId="{427C8B20-F317-41FA-A2F7-AAB29B82D105}" type="pres">
      <dgm:prSet presAssocID="{FAFEE0EA-75F5-41B6-ACD5-38EBD65C9B1B}" presName="linear" presStyleCnt="0">
        <dgm:presLayoutVars>
          <dgm:animLvl val="lvl"/>
          <dgm:resizeHandles val="exact"/>
        </dgm:presLayoutVars>
      </dgm:prSet>
      <dgm:spPr/>
    </dgm:pt>
    <dgm:pt modelId="{FBB951FE-81E2-4E41-9E9B-FCCAB510D696}" type="pres">
      <dgm:prSet presAssocID="{5C5CB4C8-F6EB-446F-A169-6C32A6E033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1BE736-D4BD-49C8-ABE6-377BD3B819E2}" type="pres">
      <dgm:prSet presAssocID="{D503747D-17D9-41AF-B8DF-995F1B5AA135}" presName="spacer" presStyleCnt="0"/>
      <dgm:spPr/>
    </dgm:pt>
    <dgm:pt modelId="{8898D98D-A0CC-4EC9-80E7-17C23F5DC207}" type="pres">
      <dgm:prSet presAssocID="{2B6FE33A-EFC0-48B3-8053-82773EB684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DD1DEE-475B-4D7E-B247-6C97FC49B2E3}" type="pres">
      <dgm:prSet presAssocID="{F3FCA4BD-CD06-4572-BE6F-DE7DC7986897}" presName="spacer" presStyleCnt="0"/>
      <dgm:spPr/>
    </dgm:pt>
    <dgm:pt modelId="{14B8702D-176F-44E2-9582-D842C165DC3B}" type="pres">
      <dgm:prSet presAssocID="{80976978-143D-4D57-ADDC-36B777645A6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9F1EE0B-6FD9-4DAF-B334-17B9699FDF4C}" type="presOf" srcId="{2B6FE33A-EFC0-48B3-8053-82773EB68451}" destId="{8898D98D-A0CC-4EC9-80E7-17C23F5DC207}" srcOrd="0" destOrd="0" presId="urn:microsoft.com/office/officeart/2005/8/layout/vList2"/>
    <dgm:cxn modelId="{0212153A-ECFB-4AC2-8AAC-86A10468F176}" type="presOf" srcId="{5C5CB4C8-F6EB-446F-A169-6C32A6E033CE}" destId="{FBB951FE-81E2-4E41-9E9B-FCCAB510D696}" srcOrd="0" destOrd="0" presId="urn:microsoft.com/office/officeart/2005/8/layout/vList2"/>
    <dgm:cxn modelId="{C92DEF49-CA1A-4C9E-9FF2-261DD18BB8F5}" srcId="{FAFEE0EA-75F5-41B6-ACD5-38EBD65C9B1B}" destId="{80976978-143D-4D57-ADDC-36B777645A6E}" srcOrd="2" destOrd="0" parTransId="{BBB306EA-3828-4B41-AD53-B9AA341204C5}" sibTransId="{40973C6A-5C3B-48DB-97F9-46A1676CB29A}"/>
    <dgm:cxn modelId="{FEC1FD8B-5FA5-4145-82A4-94BD46166E0A}" type="presOf" srcId="{80976978-143D-4D57-ADDC-36B777645A6E}" destId="{14B8702D-176F-44E2-9582-D842C165DC3B}" srcOrd="0" destOrd="0" presId="urn:microsoft.com/office/officeart/2005/8/layout/vList2"/>
    <dgm:cxn modelId="{B2AF90C7-168F-4621-9B91-884F068B82D3}" type="presOf" srcId="{FAFEE0EA-75F5-41B6-ACD5-38EBD65C9B1B}" destId="{427C8B20-F317-41FA-A2F7-AAB29B82D105}" srcOrd="0" destOrd="0" presId="urn:microsoft.com/office/officeart/2005/8/layout/vList2"/>
    <dgm:cxn modelId="{384EBFE3-6524-43D7-B4C6-5645FF509699}" srcId="{FAFEE0EA-75F5-41B6-ACD5-38EBD65C9B1B}" destId="{5C5CB4C8-F6EB-446F-A169-6C32A6E033CE}" srcOrd="0" destOrd="0" parTransId="{563F46EF-63CB-4369-A47E-37FA8367ABA2}" sibTransId="{D503747D-17D9-41AF-B8DF-995F1B5AA135}"/>
    <dgm:cxn modelId="{0B84F9E6-B1FE-4DA0-8F39-03BC99424027}" srcId="{FAFEE0EA-75F5-41B6-ACD5-38EBD65C9B1B}" destId="{2B6FE33A-EFC0-48B3-8053-82773EB68451}" srcOrd="1" destOrd="0" parTransId="{53000BBE-DE0E-4E95-A70D-6F3633C92111}" sibTransId="{F3FCA4BD-CD06-4572-BE6F-DE7DC7986897}"/>
    <dgm:cxn modelId="{50F171F4-173C-4B2B-89DD-F3170E0A4BB4}" type="presParOf" srcId="{427C8B20-F317-41FA-A2F7-AAB29B82D105}" destId="{FBB951FE-81E2-4E41-9E9B-FCCAB510D696}" srcOrd="0" destOrd="0" presId="urn:microsoft.com/office/officeart/2005/8/layout/vList2"/>
    <dgm:cxn modelId="{A724988F-73FA-4124-9161-E4B58BF299FE}" type="presParOf" srcId="{427C8B20-F317-41FA-A2F7-AAB29B82D105}" destId="{CA1BE736-D4BD-49C8-ABE6-377BD3B819E2}" srcOrd="1" destOrd="0" presId="urn:microsoft.com/office/officeart/2005/8/layout/vList2"/>
    <dgm:cxn modelId="{0183AE30-2BAD-4D18-BB43-C962B84EEA0A}" type="presParOf" srcId="{427C8B20-F317-41FA-A2F7-AAB29B82D105}" destId="{8898D98D-A0CC-4EC9-80E7-17C23F5DC207}" srcOrd="2" destOrd="0" presId="urn:microsoft.com/office/officeart/2005/8/layout/vList2"/>
    <dgm:cxn modelId="{58D3A41C-5C4C-48DD-8999-404F42581C67}" type="presParOf" srcId="{427C8B20-F317-41FA-A2F7-AAB29B82D105}" destId="{9CDD1DEE-475B-4D7E-B247-6C97FC49B2E3}" srcOrd="3" destOrd="0" presId="urn:microsoft.com/office/officeart/2005/8/layout/vList2"/>
    <dgm:cxn modelId="{A8A4A831-4C3F-4429-8B3C-87B3E4758741}" type="presParOf" srcId="{427C8B20-F317-41FA-A2F7-AAB29B82D105}" destId="{14B8702D-176F-44E2-9582-D842C165DC3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5737CD-4E5A-42F9-9AB0-0849A404413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86EF6A-F663-40BE-BD8E-E157E62A717A}">
      <dgm:prSet/>
      <dgm:spPr/>
      <dgm:t>
        <a:bodyPr/>
        <a:lstStyle/>
        <a:p>
          <a:r>
            <a:rPr kumimoji="1" lang="ja-JP" dirty="0"/>
            <a:t>リーダー</a:t>
          </a:r>
          <a:r>
            <a:rPr kumimoji="1" lang="ja-JP" altLang="en-US" dirty="0"/>
            <a:t>　　　　</a:t>
          </a:r>
          <a:r>
            <a:rPr kumimoji="1" lang="ja-JP" dirty="0"/>
            <a:t>：岸本</a:t>
          </a:r>
          <a:endParaRPr lang="en-US" dirty="0"/>
        </a:p>
      </dgm:t>
    </dgm:pt>
    <dgm:pt modelId="{90F2BED2-4230-43D5-A6AB-CFEBCB66FC6A}" type="parTrans" cxnId="{39777D66-23B8-4D5B-BD5E-2D92229B222F}">
      <dgm:prSet/>
      <dgm:spPr/>
      <dgm:t>
        <a:bodyPr/>
        <a:lstStyle/>
        <a:p>
          <a:endParaRPr lang="en-US"/>
        </a:p>
      </dgm:t>
    </dgm:pt>
    <dgm:pt modelId="{78205BC7-5395-408F-9634-8881A67096E5}" type="sibTrans" cxnId="{39777D66-23B8-4D5B-BD5E-2D92229B222F}">
      <dgm:prSet/>
      <dgm:spPr/>
      <dgm:t>
        <a:bodyPr/>
        <a:lstStyle/>
        <a:p>
          <a:endParaRPr lang="en-US"/>
        </a:p>
      </dgm:t>
    </dgm:pt>
    <dgm:pt modelId="{908322A4-45E9-4314-AAE7-9227AF2F4F71}">
      <dgm:prSet/>
      <dgm:spPr/>
      <dgm:t>
        <a:bodyPr/>
        <a:lstStyle/>
        <a:p>
          <a:r>
            <a:rPr kumimoji="1" lang="ja-JP" dirty="0"/>
            <a:t>開発文書責任者</a:t>
          </a:r>
          <a:r>
            <a:rPr kumimoji="1" lang="ja-JP" altLang="en-US" dirty="0"/>
            <a:t>　</a:t>
          </a:r>
          <a:r>
            <a:rPr kumimoji="1" lang="ja-JP" dirty="0"/>
            <a:t>：平野</a:t>
          </a:r>
          <a:endParaRPr lang="en-US" dirty="0"/>
        </a:p>
      </dgm:t>
    </dgm:pt>
    <dgm:pt modelId="{636C4386-281A-4DAC-944A-84BA5AD9FDDF}" type="parTrans" cxnId="{6B6190E3-3CED-4B5E-8AC4-0213C4C001EF}">
      <dgm:prSet/>
      <dgm:spPr/>
      <dgm:t>
        <a:bodyPr/>
        <a:lstStyle/>
        <a:p>
          <a:endParaRPr lang="en-US"/>
        </a:p>
      </dgm:t>
    </dgm:pt>
    <dgm:pt modelId="{280CE06C-7D49-4840-A989-4218E2077802}" type="sibTrans" cxnId="{6B6190E3-3CED-4B5E-8AC4-0213C4C001EF}">
      <dgm:prSet/>
      <dgm:spPr/>
      <dgm:t>
        <a:bodyPr/>
        <a:lstStyle/>
        <a:p>
          <a:endParaRPr lang="en-US"/>
        </a:p>
      </dgm:t>
    </dgm:pt>
    <dgm:pt modelId="{CD08C9B0-89B7-48C8-86AF-1F4FBDB0B431}">
      <dgm:prSet/>
      <dgm:spPr/>
      <dgm:t>
        <a:bodyPr/>
        <a:lstStyle/>
        <a:p>
          <a:r>
            <a:rPr kumimoji="1" lang="ja-JP"/>
            <a:t>プログラム責任者：古根川</a:t>
          </a:r>
          <a:endParaRPr lang="en-US"/>
        </a:p>
      </dgm:t>
    </dgm:pt>
    <dgm:pt modelId="{8E5C6CA3-D292-4CE2-8D74-9FD1658E9CBA}" type="parTrans" cxnId="{0E24EB7B-49C9-471C-BF93-B55B14E3734D}">
      <dgm:prSet/>
      <dgm:spPr/>
      <dgm:t>
        <a:bodyPr/>
        <a:lstStyle/>
        <a:p>
          <a:endParaRPr lang="en-US"/>
        </a:p>
      </dgm:t>
    </dgm:pt>
    <dgm:pt modelId="{7C113EC2-E33A-4A94-993A-D657526B7737}" type="sibTrans" cxnId="{0E24EB7B-49C9-471C-BF93-B55B14E3734D}">
      <dgm:prSet/>
      <dgm:spPr/>
      <dgm:t>
        <a:bodyPr/>
        <a:lstStyle/>
        <a:p>
          <a:endParaRPr lang="en-US"/>
        </a:p>
      </dgm:t>
    </dgm:pt>
    <dgm:pt modelId="{397CE2F1-28D7-46CC-B381-DFB87D5F6A5F}">
      <dgm:prSet/>
      <dgm:spPr/>
      <dgm:t>
        <a:bodyPr/>
        <a:lstStyle/>
        <a:p>
          <a:r>
            <a:rPr kumimoji="1" lang="ja-JP" dirty="0"/>
            <a:t>資料責任者</a:t>
          </a:r>
          <a:r>
            <a:rPr kumimoji="1" lang="ja-JP" altLang="en-US" dirty="0"/>
            <a:t>　　　</a:t>
          </a:r>
          <a:r>
            <a:rPr kumimoji="1" lang="ja-JP" dirty="0"/>
            <a:t>：熊野</a:t>
          </a:r>
          <a:endParaRPr lang="en-US" dirty="0"/>
        </a:p>
      </dgm:t>
    </dgm:pt>
    <dgm:pt modelId="{87A16209-94A1-4C7B-9A25-ED49E9A1D115}" type="parTrans" cxnId="{F266CBA7-DF36-40BE-AEEA-5E3839CA12BC}">
      <dgm:prSet/>
      <dgm:spPr/>
      <dgm:t>
        <a:bodyPr/>
        <a:lstStyle/>
        <a:p>
          <a:endParaRPr lang="en-US"/>
        </a:p>
      </dgm:t>
    </dgm:pt>
    <dgm:pt modelId="{4347839C-3F1C-4446-B3FB-5211AB4E933C}" type="sibTrans" cxnId="{F266CBA7-DF36-40BE-AEEA-5E3839CA12BC}">
      <dgm:prSet/>
      <dgm:spPr/>
      <dgm:t>
        <a:bodyPr/>
        <a:lstStyle/>
        <a:p>
          <a:endParaRPr lang="en-US"/>
        </a:p>
      </dgm:t>
    </dgm:pt>
    <dgm:pt modelId="{2F3EF57D-1EB4-4BD4-B077-5890AA43B2F7}" type="pres">
      <dgm:prSet presAssocID="{B25737CD-4E5A-42F9-9AB0-0849A404413D}" presName="linear" presStyleCnt="0">
        <dgm:presLayoutVars>
          <dgm:dir/>
          <dgm:animLvl val="lvl"/>
          <dgm:resizeHandles val="exact"/>
        </dgm:presLayoutVars>
      </dgm:prSet>
      <dgm:spPr/>
    </dgm:pt>
    <dgm:pt modelId="{C356AE85-5CC0-4154-AE93-B09A94710D7B}" type="pres">
      <dgm:prSet presAssocID="{7186EF6A-F663-40BE-BD8E-E157E62A717A}" presName="parentLin" presStyleCnt="0"/>
      <dgm:spPr/>
    </dgm:pt>
    <dgm:pt modelId="{AE05DD22-C8D6-4622-BD22-3AC2D79749F0}" type="pres">
      <dgm:prSet presAssocID="{7186EF6A-F663-40BE-BD8E-E157E62A717A}" presName="parentLeftMargin" presStyleLbl="node1" presStyleIdx="0" presStyleCnt="4"/>
      <dgm:spPr/>
    </dgm:pt>
    <dgm:pt modelId="{38C1E59E-5F0F-4C69-BC99-D868DE216AB3}" type="pres">
      <dgm:prSet presAssocID="{7186EF6A-F663-40BE-BD8E-E157E62A71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AE8E88-D7F9-433E-8FD8-7BE2D16AD98C}" type="pres">
      <dgm:prSet presAssocID="{7186EF6A-F663-40BE-BD8E-E157E62A717A}" presName="negativeSpace" presStyleCnt="0"/>
      <dgm:spPr/>
    </dgm:pt>
    <dgm:pt modelId="{067C0D5C-8EF7-41C5-9EED-957A37D66EE0}" type="pres">
      <dgm:prSet presAssocID="{7186EF6A-F663-40BE-BD8E-E157E62A717A}" presName="childText" presStyleLbl="conFgAcc1" presStyleIdx="0" presStyleCnt="4">
        <dgm:presLayoutVars>
          <dgm:bulletEnabled val="1"/>
        </dgm:presLayoutVars>
      </dgm:prSet>
      <dgm:spPr/>
    </dgm:pt>
    <dgm:pt modelId="{6452BFDA-6EB2-42EA-80CC-D05050E9B984}" type="pres">
      <dgm:prSet presAssocID="{78205BC7-5395-408F-9634-8881A67096E5}" presName="spaceBetweenRectangles" presStyleCnt="0"/>
      <dgm:spPr/>
    </dgm:pt>
    <dgm:pt modelId="{ABE37AE0-B69C-4EB1-A5E4-EDB865FAB41D}" type="pres">
      <dgm:prSet presAssocID="{908322A4-45E9-4314-AAE7-9227AF2F4F71}" presName="parentLin" presStyleCnt="0"/>
      <dgm:spPr/>
    </dgm:pt>
    <dgm:pt modelId="{889ECD5D-1B34-4470-9DB7-631348713397}" type="pres">
      <dgm:prSet presAssocID="{908322A4-45E9-4314-AAE7-9227AF2F4F71}" presName="parentLeftMargin" presStyleLbl="node1" presStyleIdx="0" presStyleCnt="4"/>
      <dgm:spPr/>
    </dgm:pt>
    <dgm:pt modelId="{656C3AD5-E18E-492D-9215-3ED29C5A7725}" type="pres">
      <dgm:prSet presAssocID="{908322A4-45E9-4314-AAE7-9227AF2F4F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A539CA-E101-4132-9988-ED1DFBF30F56}" type="pres">
      <dgm:prSet presAssocID="{908322A4-45E9-4314-AAE7-9227AF2F4F71}" presName="negativeSpace" presStyleCnt="0"/>
      <dgm:spPr/>
    </dgm:pt>
    <dgm:pt modelId="{1949DA7A-515E-4FBD-87F4-3ECE221C9562}" type="pres">
      <dgm:prSet presAssocID="{908322A4-45E9-4314-AAE7-9227AF2F4F71}" presName="childText" presStyleLbl="conFgAcc1" presStyleIdx="1" presStyleCnt="4">
        <dgm:presLayoutVars>
          <dgm:bulletEnabled val="1"/>
        </dgm:presLayoutVars>
      </dgm:prSet>
      <dgm:spPr/>
    </dgm:pt>
    <dgm:pt modelId="{A2687EDB-0AFF-4C86-9BC6-5C6CF5E40786}" type="pres">
      <dgm:prSet presAssocID="{280CE06C-7D49-4840-A989-4218E2077802}" presName="spaceBetweenRectangles" presStyleCnt="0"/>
      <dgm:spPr/>
    </dgm:pt>
    <dgm:pt modelId="{2A621029-B1FB-4FE0-9AE6-9523094311CD}" type="pres">
      <dgm:prSet presAssocID="{CD08C9B0-89B7-48C8-86AF-1F4FBDB0B431}" presName="parentLin" presStyleCnt="0"/>
      <dgm:spPr/>
    </dgm:pt>
    <dgm:pt modelId="{2F2AE8D1-8377-4F74-82D8-ADB996282C4F}" type="pres">
      <dgm:prSet presAssocID="{CD08C9B0-89B7-48C8-86AF-1F4FBDB0B431}" presName="parentLeftMargin" presStyleLbl="node1" presStyleIdx="1" presStyleCnt="4"/>
      <dgm:spPr/>
    </dgm:pt>
    <dgm:pt modelId="{5D0C09C0-A11E-43C9-AE26-EF0EE94225C5}" type="pres">
      <dgm:prSet presAssocID="{CD08C9B0-89B7-48C8-86AF-1F4FBDB0B4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8D377A-9D7D-4C13-8B0F-1947D77BEAB0}" type="pres">
      <dgm:prSet presAssocID="{CD08C9B0-89B7-48C8-86AF-1F4FBDB0B431}" presName="negativeSpace" presStyleCnt="0"/>
      <dgm:spPr/>
    </dgm:pt>
    <dgm:pt modelId="{ADC6063D-CC75-4E5E-A7BF-D164CEDB861D}" type="pres">
      <dgm:prSet presAssocID="{CD08C9B0-89B7-48C8-86AF-1F4FBDB0B431}" presName="childText" presStyleLbl="conFgAcc1" presStyleIdx="2" presStyleCnt="4">
        <dgm:presLayoutVars>
          <dgm:bulletEnabled val="1"/>
        </dgm:presLayoutVars>
      </dgm:prSet>
      <dgm:spPr/>
    </dgm:pt>
    <dgm:pt modelId="{1A976CB1-E2C6-4923-B9DF-FBFBD5D9B38B}" type="pres">
      <dgm:prSet presAssocID="{7C113EC2-E33A-4A94-993A-D657526B7737}" presName="spaceBetweenRectangles" presStyleCnt="0"/>
      <dgm:spPr/>
    </dgm:pt>
    <dgm:pt modelId="{B5D55CF2-A571-4948-B2AA-6CDC67ACAC22}" type="pres">
      <dgm:prSet presAssocID="{397CE2F1-28D7-46CC-B381-DFB87D5F6A5F}" presName="parentLin" presStyleCnt="0"/>
      <dgm:spPr/>
    </dgm:pt>
    <dgm:pt modelId="{4A0DFA64-9DAB-4F07-B46F-E846EA0ADCC7}" type="pres">
      <dgm:prSet presAssocID="{397CE2F1-28D7-46CC-B381-DFB87D5F6A5F}" presName="parentLeftMargin" presStyleLbl="node1" presStyleIdx="2" presStyleCnt="4"/>
      <dgm:spPr/>
    </dgm:pt>
    <dgm:pt modelId="{E572CB13-8601-4380-9F41-F21B8339CE0E}" type="pres">
      <dgm:prSet presAssocID="{397CE2F1-28D7-46CC-B381-DFB87D5F6A5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6F5B59F-B5B3-4D11-B8F0-6131D4D4CE9D}" type="pres">
      <dgm:prSet presAssocID="{397CE2F1-28D7-46CC-B381-DFB87D5F6A5F}" presName="negativeSpace" presStyleCnt="0"/>
      <dgm:spPr/>
    </dgm:pt>
    <dgm:pt modelId="{BBE3EEFA-1350-4518-8CFB-D92CA741EFCD}" type="pres">
      <dgm:prSet presAssocID="{397CE2F1-28D7-46CC-B381-DFB87D5F6A5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B71412C-4CF5-4EB3-8576-953EF3A0102B}" type="presOf" srcId="{397CE2F1-28D7-46CC-B381-DFB87D5F6A5F}" destId="{E572CB13-8601-4380-9F41-F21B8339CE0E}" srcOrd="1" destOrd="0" presId="urn:microsoft.com/office/officeart/2005/8/layout/list1"/>
    <dgm:cxn modelId="{10F0D85C-AFAE-4738-B565-F64ED23E0E88}" type="presOf" srcId="{397CE2F1-28D7-46CC-B381-DFB87D5F6A5F}" destId="{4A0DFA64-9DAB-4F07-B46F-E846EA0ADCC7}" srcOrd="0" destOrd="0" presId="urn:microsoft.com/office/officeart/2005/8/layout/list1"/>
    <dgm:cxn modelId="{39777D66-23B8-4D5B-BD5E-2D92229B222F}" srcId="{B25737CD-4E5A-42F9-9AB0-0849A404413D}" destId="{7186EF6A-F663-40BE-BD8E-E157E62A717A}" srcOrd="0" destOrd="0" parTransId="{90F2BED2-4230-43D5-A6AB-CFEBCB66FC6A}" sibTransId="{78205BC7-5395-408F-9634-8881A67096E5}"/>
    <dgm:cxn modelId="{DBB19D5A-94B8-478A-ACA4-AF53A96C3AA4}" type="presOf" srcId="{7186EF6A-F663-40BE-BD8E-E157E62A717A}" destId="{38C1E59E-5F0F-4C69-BC99-D868DE216AB3}" srcOrd="1" destOrd="0" presId="urn:microsoft.com/office/officeart/2005/8/layout/list1"/>
    <dgm:cxn modelId="{0E24EB7B-49C9-471C-BF93-B55B14E3734D}" srcId="{B25737CD-4E5A-42F9-9AB0-0849A404413D}" destId="{CD08C9B0-89B7-48C8-86AF-1F4FBDB0B431}" srcOrd="2" destOrd="0" parTransId="{8E5C6CA3-D292-4CE2-8D74-9FD1658E9CBA}" sibTransId="{7C113EC2-E33A-4A94-993A-D657526B7737}"/>
    <dgm:cxn modelId="{E494CD80-36D7-4E55-BF4F-E46E8498F88F}" type="presOf" srcId="{CD08C9B0-89B7-48C8-86AF-1F4FBDB0B431}" destId="{2F2AE8D1-8377-4F74-82D8-ADB996282C4F}" srcOrd="0" destOrd="0" presId="urn:microsoft.com/office/officeart/2005/8/layout/list1"/>
    <dgm:cxn modelId="{4344BBA5-474C-4B3D-B5AC-8CE77D7847D3}" type="presOf" srcId="{7186EF6A-F663-40BE-BD8E-E157E62A717A}" destId="{AE05DD22-C8D6-4622-BD22-3AC2D79749F0}" srcOrd="0" destOrd="0" presId="urn:microsoft.com/office/officeart/2005/8/layout/list1"/>
    <dgm:cxn modelId="{F266CBA7-DF36-40BE-AEEA-5E3839CA12BC}" srcId="{B25737CD-4E5A-42F9-9AB0-0849A404413D}" destId="{397CE2F1-28D7-46CC-B381-DFB87D5F6A5F}" srcOrd="3" destOrd="0" parTransId="{87A16209-94A1-4C7B-9A25-ED49E9A1D115}" sibTransId="{4347839C-3F1C-4446-B3FB-5211AB4E933C}"/>
    <dgm:cxn modelId="{279B84AF-C731-45A0-A9EC-293224D65793}" type="presOf" srcId="{908322A4-45E9-4314-AAE7-9227AF2F4F71}" destId="{889ECD5D-1B34-4470-9DB7-631348713397}" srcOrd="0" destOrd="0" presId="urn:microsoft.com/office/officeart/2005/8/layout/list1"/>
    <dgm:cxn modelId="{0085E7C2-4EFD-4852-9CFE-34D64458D6D7}" type="presOf" srcId="{CD08C9B0-89B7-48C8-86AF-1F4FBDB0B431}" destId="{5D0C09C0-A11E-43C9-AE26-EF0EE94225C5}" srcOrd="1" destOrd="0" presId="urn:microsoft.com/office/officeart/2005/8/layout/list1"/>
    <dgm:cxn modelId="{48E548D5-1052-4770-A54C-DE0AFBE655CC}" type="presOf" srcId="{B25737CD-4E5A-42F9-9AB0-0849A404413D}" destId="{2F3EF57D-1EB4-4BD4-B077-5890AA43B2F7}" srcOrd="0" destOrd="0" presId="urn:microsoft.com/office/officeart/2005/8/layout/list1"/>
    <dgm:cxn modelId="{6B6190E3-3CED-4B5E-8AC4-0213C4C001EF}" srcId="{B25737CD-4E5A-42F9-9AB0-0849A404413D}" destId="{908322A4-45E9-4314-AAE7-9227AF2F4F71}" srcOrd="1" destOrd="0" parTransId="{636C4386-281A-4DAC-944A-84BA5AD9FDDF}" sibTransId="{280CE06C-7D49-4840-A989-4218E2077802}"/>
    <dgm:cxn modelId="{F84CDCF7-22A6-48A9-A6F5-F63E5DAC4F97}" type="presOf" srcId="{908322A4-45E9-4314-AAE7-9227AF2F4F71}" destId="{656C3AD5-E18E-492D-9215-3ED29C5A7725}" srcOrd="1" destOrd="0" presId="urn:microsoft.com/office/officeart/2005/8/layout/list1"/>
    <dgm:cxn modelId="{2DCAFDDF-4716-41F2-9130-CD45C071BA59}" type="presParOf" srcId="{2F3EF57D-1EB4-4BD4-B077-5890AA43B2F7}" destId="{C356AE85-5CC0-4154-AE93-B09A94710D7B}" srcOrd="0" destOrd="0" presId="urn:microsoft.com/office/officeart/2005/8/layout/list1"/>
    <dgm:cxn modelId="{7FA6BF18-C86E-4897-B6FB-824C9B552A5D}" type="presParOf" srcId="{C356AE85-5CC0-4154-AE93-B09A94710D7B}" destId="{AE05DD22-C8D6-4622-BD22-3AC2D79749F0}" srcOrd="0" destOrd="0" presId="urn:microsoft.com/office/officeart/2005/8/layout/list1"/>
    <dgm:cxn modelId="{A68121C2-4921-4950-91F8-F4E787F59861}" type="presParOf" srcId="{C356AE85-5CC0-4154-AE93-B09A94710D7B}" destId="{38C1E59E-5F0F-4C69-BC99-D868DE216AB3}" srcOrd="1" destOrd="0" presId="urn:microsoft.com/office/officeart/2005/8/layout/list1"/>
    <dgm:cxn modelId="{76A702B6-3AE1-4A9B-8DFA-F55172BE33CA}" type="presParOf" srcId="{2F3EF57D-1EB4-4BD4-B077-5890AA43B2F7}" destId="{8DAE8E88-D7F9-433E-8FD8-7BE2D16AD98C}" srcOrd="1" destOrd="0" presId="urn:microsoft.com/office/officeart/2005/8/layout/list1"/>
    <dgm:cxn modelId="{3B679ADB-9CE3-4AD0-9F2E-B1530B7E24B2}" type="presParOf" srcId="{2F3EF57D-1EB4-4BD4-B077-5890AA43B2F7}" destId="{067C0D5C-8EF7-41C5-9EED-957A37D66EE0}" srcOrd="2" destOrd="0" presId="urn:microsoft.com/office/officeart/2005/8/layout/list1"/>
    <dgm:cxn modelId="{3DE09F69-047D-4B88-B9E7-0BDADC2DE710}" type="presParOf" srcId="{2F3EF57D-1EB4-4BD4-B077-5890AA43B2F7}" destId="{6452BFDA-6EB2-42EA-80CC-D05050E9B984}" srcOrd="3" destOrd="0" presId="urn:microsoft.com/office/officeart/2005/8/layout/list1"/>
    <dgm:cxn modelId="{19A70A0D-8C25-4F99-9D74-830B84A9C0F0}" type="presParOf" srcId="{2F3EF57D-1EB4-4BD4-B077-5890AA43B2F7}" destId="{ABE37AE0-B69C-4EB1-A5E4-EDB865FAB41D}" srcOrd="4" destOrd="0" presId="urn:microsoft.com/office/officeart/2005/8/layout/list1"/>
    <dgm:cxn modelId="{54C8DAC2-F309-43D0-AF9B-B7F0AA7684B4}" type="presParOf" srcId="{ABE37AE0-B69C-4EB1-A5E4-EDB865FAB41D}" destId="{889ECD5D-1B34-4470-9DB7-631348713397}" srcOrd="0" destOrd="0" presId="urn:microsoft.com/office/officeart/2005/8/layout/list1"/>
    <dgm:cxn modelId="{44A54DFF-B358-49F6-A46C-9AA5C700BD75}" type="presParOf" srcId="{ABE37AE0-B69C-4EB1-A5E4-EDB865FAB41D}" destId="{656C3AD5-E18E-492D-9215-3ED29C5A7725}" srcOrd="1" destOrd="0" presId="urn:microsoft.com/office/officeart/2005/8/layout/list1"/>
    <dgm:cxn modelId="{A89B9F4A-412E-455E-8012-A640BEFFBB23}" type="presParOf" srcId="{2F3EF57D-1EB4-4BD4-B077-5890AA43B2F7}" destId="{12A539CA-E101-4132-9988-ED1DFBF30F56}" srcOrd="5" destOrd="0" presId="urn:microsoft.com/office/officeart/2005/8/layout/list1"/>
    <dgm:cxn modelId="{400D4D21-74E2-4B63-A8FD-73D2237021C1}" type="presParOf" srcId="{2F3EF57D-1EB4-4BD4-B077-5890AA43B2F7}" destId="{1949DA7A-515E-4FBD-87F4-3ECE221C9562}" srcOrd="6" destOrd="0" presId="urn:microsoft.com/office/officeart/2005/8/layout/list1"/>
    <dgm:cxn modelId="{1969E5DC-FDA8-4DE6-AC6C-CCBB104F3B95}" type="presParOf" srcId="{2F3EF57D-1EB4-4BD4-B077-5890AA43B2F7}" destId="{A2687EDB-0AFF-4C86-9BC6-5C6CF5E40786}" srcOrd="7" destOrd="0" presId="urn:microsoft.com/office/officeart/2005/8/layout/list1"/>
    <dgm:cxn modelId="{34A6F54D-4E0C-460C-A694-D4E9ACE0355A}" type="presParOf" srcId="{2F3EF57D-1EB4-4BD4-B077-5890AA43B2F7}" destId="{2A621029-B1FB-4FE0-9AE6-9523094311CD}" srcOrd="8" destOrd="0" presId="urn:microsoft.com/office/officeart/2005/8/layout/list1"/>
    <dgm:cxn modelId="{E94C656A-C825-47D8-9372-6469EA9F6270}" type="presParOf" srcId="{2A621029-B1FB-4FE0-9AE6-9523094311CD}" destId="{2F2AE8D1-8377-4F74-82D8-ADB996282C4F}" srcOrd="0" destOrd="0" presId="urn:microsoft.com/office/officeart/2005/8/layout/list1"/>
    <dgm:cxn modelId="{1F783F39-24E2-4263-8C60-47F8A7371CE0}" type="presParOf" srcId="{2A621029-B1FB-4FE0-9AE6-9523094311CD}" destId="{5D0C09C0-A11E-43C9-AE26-EF0EE94225C5}" srcOrd="1" destOrd="0" presId="urn:microsoft.com/office/officeart/2005/8/layout/list1"/>
    <dgm:cxn modelId="{78843791-3A10-440A-B40C-6F8BF1E48186}" type="presParOf" srcId="{2F3EF57D-1EB4-4BD4-B077-5890AA43B2F7}" destId="{048D377A-9D7D-4C13-8B0F-1947D77BEAB0}" srcOrd="9" destOrd="0" presId="urn:microsoft.com/office/officeart/2005/8/layout/list1"/>
    <dgm:cxn modelId="{61DC83BF-3F8D-4BC9-9862-827FC33BACCE}" type="presParOf" srcId="{2F3EF57D-1EB4-4BD4-B077-5890AA43B2F7}" destId="{ADC6063D-CC75-4E5E-A7BF-D164CEDB861D}" srcOrd="10" destOrd="0" presId="urn:microsoft.com/office/officeart/2005/8/layout/list1"/>
    <dgm:cxn modelId="{C0799F31-435F-477D-B1C3-A973666EE75A}" type="presParOf" srcId="{2F3EF57D-1EB4-4BD4-B077-5890AA43B2F7}" destId="{1A976CB1-E2C6-4923-B9DF-FBFBD5D9B38B}" srcOrd="11" destOrd="0" presId="urn:microsoft.com/office/officeart/2005/8/layout/list1"/>
    <dgm:cxn modelId="{00826CBE-BA9A-4DE1-846F-268088CD8B3D}" type="presParOf" srcId="{2F3EF57D-1EB4-4BD4-B077-5890AA43B2F7}" destId="{B5D55CF2-A571-4948-B2AA-6CDC67ACAC22}" srcOrd="12" destOrd="0" presId="urn:microsoft.com/office/officeart/2005/8/layout/list1"/>
    <dgm:cxn modelId="{EF7BAE29-B4B4-45EE-9495-C66A4B610710}" type="presParOf" srcId="{B5D55CF2-A571-4948-B2AA-6CDC67ACAC22}" destId="{4A0DFA64-9DAB-4F07-B46F-E846EA0ADCC7}" srcOrd="0" destOrd="0" presId="urn:microsoft.com/office/officeart/2005/8/layout/list1"/>
    <dgm:cxn modelId="{E597A51A-B2B9-4DB7-ADFE-A332A91DD1E3}" type="presParOf" srcId="{B5D55CF2-A571-4948-B2AA-6CDC67ACAC22}" destId="{E572CB13-8601-4380-9F41-F21B8339CE0E}" srcOrd="1" destOrd="0" presId="urn:microsoft.com/office/officeart/2005/8/layout/list1"/>
    <dgm:cxn modelId="{D0A955D4-9026-4CB5-B7D1-BB6C1E82D098}" type="presParOf" srcId="{2F3EF57D-1EB4-4BD4-B077-5890AA43B2F7}" destId="{96F5B59F-B5B3-4D11-B8F0-6131D4D4CE9D}" srcOrd="13" destOrd="0" presId="urn:microsoft.com/office/officeart/2005/8/layout/list1"/>
    <dgm:cxn modelId="{88018115-D6E0-47A8-AEE5-3EEBEFCEF87F}" type="presParOf" srcId="{2F3EF57D-1EB4-4BD4-B077-5890AA43B2F7}" destId="{BBE3EEFA-1350-4518-8CFB-D92CA741EFC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C0A96-3B6B-4B29-BEB9-5A419C28AACE}">
      <dsp:nvSpPr>
        <dsp:cNvPr id="0" name=""/>
        <dsp:cNvSpPr/>
      </dsp:nvSpPr>
      <dsp:spPr>
        <a:xfrm>
          <a:off x="0" y="30068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ユーザは、5分ごとに記録される室内の温度・湿度・不快指数をスプレッドシート上で確認できること。</a:t>
          </a:r>
          <a:endParaRPr lang="en-US" sz="2000" kern="1200"/>
        </a:p>
      </dsp:txBody>
      <dsp:txXfrm>
        <a:off x="50261" y="80329"/>
        <a:ext cx="10415078" cy="929078"/>
      </dsp:txXfrm>
    </dsp:sp>
    <dsp:sp modelId="{EF6ACECF-3548-4C0D-8194-36ABBF13744A}">
      <dsp:nvSpPr>
        <dsp:cNvPr id="0" name=""/>
        <dsp:cNvSpPr/>
      </dsp:nvSpPr>
      <dsp:spPr>
        <a:xfrm>
          <a:off x="0" y="11172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ペットが侵入したとき、警告音を再生し、通知を送信すること。</a:t>
          </a:r>
          <a:endParaRPr lang="en-US" sz="2000" kern="1200"/>
        </a:p>
      </dsp:txBody>
      <dsp:txXfrm>
        <a:off x="50261" y="1167530"/>
        <a:ext cx="10415078" cy="929078"/>
      </dsp:txXfrm>
    </dsp:sp>
    <dsp:sp modelId="{090FE96A-EC29-41DA-BE0F-FEFFEBF119A1}">
      <dsp:nvSpPr>
        <dsp:cNvPr id="0" name=""/>
        <dsp:cNvSpPr/>
      </dsp:nvSpPr>
      <dsp:spPr>
        <a:xfrm>
          <a:off x="0" y="22044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カメラの映像は保存され、過去映像を任意のタイミングで閲覧できること。</a:t>
          </a:r>
          <a:endParaRPr lang="en-US" sz="2000" kern="1200"/>
        </a:p>
      </dsp:txBody>
      <dsp:txXfrm>
        <a:off x="50261" y="2254730"/>
        <a:ext cx="10415078" cy="929078"/>
      </dsp:txXfrm>
    </dsp:sp>
    <dsp:sp modelId="{A83D437C-544E-4973-9250-02FECEE05483}">
      <dsp:nvSpPr>
        <dsp:cNvPr id="0" name=""/>
        <dsp:cNvSpPr/>
      </dsp:nvSpPr>
      <dsp:spPr>
        <a:xfrm>
          <a:off x="0" y="32916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エアコン稼働や危険エリアなどの設定はスプレッドシートから変更することができること。</a:t>
          </a:r>
          <a:endParaRPr lang="en-US" sz="2000" kern="1200"/>
        </a:p>
      </dsp:txBody>
      <dsp:txXfrm>
        <a:off x="50261" y="3341930"/>
        <a:ext cx="10415078" cy="9290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951FE-81E2-4E41-9E9B-FCCAB510D696}">
      <dsp:nvSpPr>
        <dsp:cNvPr id="0" name=""/>
        <dsp:cNvSpPr/>
      </dsp:nvSpPr>
      <dsp:spPr>
        <a:xfrm>
          <a:off x="0" y="799561"/>
          <a:ext cx="10515600" cy="973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200" kern="1200"/>
            <a:t>室内でペットを飼育しているすべての人が対象。</a:t>
          </a:r>
          <a:endParaRPr lang="en-US" sz="3200" kern="1200"/>
        </a:p>
      </dsp:txBody>
      <dsp:txXfrm>
        <a:off x="47519" y="847080"/>
        <a:ext cx="10420562" cy="878402"/>
      </dsp:txXfrm>
    </dsp:sp>
    <dsp:sp modelId="{8898D98D-A0CC-4EC9-80E7-17C23F5DC207}">
      <dsp:nvSpPr>
        <dsp:cNvPr id="0" name=""/>
        <dsp:cNvSpPr/>
      </dsp:nvSpPr>
      <dsp:spPr>
        <a:xfrm>
          <a:off x="0" y="1865161"/>
          <a:ext cx="10515600" cy="97344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➡</a:t>
          </a:r>
          <a:r>
            <a:rPr kumimoji="1" lang="ja-JP" sz="3200" kern="1200" dirty="0"/>
            <a:t>日中に外出して留守になる人</a:t>
          </a:r>
          <a:endParaRPr lang="en-US" sz="3200" kern="1200" dirty="0"/>
        </a:p>
      </dsp:txBody>
      <dsp:txXfrm>
        <a:off x="47519" y="1912680"/>
        <a:ext cx="10420562" cy="878402"/>
      </dsp:txXfrm>
    </dsp:sp>
    <dsp:sp modelId="{14B8702D-176F-44E2-9582-D842C165DC3B}">
      <dsp:nvSpPr>
        <dsp:cNvPr id="0" name=""/>
        <dsp:cNvSpPr/>
      </dsp:nvSpPr>
      <dsp:spPr>
        <a:xfrm>
          <a:off x="0" y="2930761"/>
          <a:ext cx="10515600" cy="97344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➡</a:t>
          </a:r>
          <a:r>
            <a:rPr kumimoji="1" lang="ja-JP" sz="3200" kern="1200" dirty="0"/>
            <a:t>一人暮らしでペットの状態をリモートで把握したい人</a:t>
          </a:r>
          <a:endParaRPr lang="en-US" sz="3200" kern="1200" dirty="0"/>
        </a:p>
      </dsp:txBody>
      <dsp:txXfrm>
        <a:off x="47519" y="2978280"/>
        <a:ext cx="10420562" cy="8784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C0D5C-8EF7-41C5-9EED-957A37D66EE0}">
      <dsp:nvSpPr>
        <dsp:cNvPr id="0" name=""/>
        <dsp:cNvSpPr/>
      </dsp:nvSpPr>
      <dsp:spPr>
        <a:xfrm>
          <a:off x="0" y="748939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C1E59E-5F0F-4C69-BC99-D868DE216AB3}">
      <dsp:nvSpPr>
        <dsp:cNvPr id="0" name=""/>
        <dsp:cNvSpPr/>
      </dsp:nvSpPr>
      <dsp:spPr>
        <a:xfrm>
          <a:off x="333341" y="350419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 dirty="0"/>
            <a:t>リーダー</a:t>
          </a:r>
          <a:r>
            <a:rPr kumimoji="1" lang="ja-JP" altLang="en-US" sz="2700" kern="1200" dirty="0"/>
            <a:t>　　　　</a:t>
          </a:r>
          <a:r>
            <a:rPr kumimoji="1" lang="ja-JP" sz="2700" kern="1200" dirty="0"/>
            <a:t>：岸本</a:t>
          </a:r>
          <a:endParaRPr lang="en-US" sz="2700" kern="1200" dirty="0"/>
        </a:p>
      </dsp:txBody>
      <dsp:txXfrm>
        <a:off x="372249" y="389327"/>
        <a:ext cx="4588967" cy="719224"/>
      </dsp:txXfrm>
    </dsp:sp>
    <dsp:sp modelId="{1949DA7A-515E-4FBD-87F4-3ECE221C9562}">
      <dsp:nvSpPr>
        <dsp:cNvPr id="0" name=""/>
        <dsp:cNvSpPr/>
      </dsp:nvSpPr>
      <dsp:spPr>
        <a:xfrm>
          <a:off x="0" y="1973659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C3AD5-E18E-492D-9215-3ED29C5A7725}">
      <dsp:nvSpPr>
        <dsp:cNvPr id="0" name=""/>
        <dsp:cNvSpPr/>
      </dsp:nvSpPr>
      <dsp:spPr>
        <a:xfrm>
          <a:off x="333341" y="1575139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 dirty="0"/>
            <a:t>開発文書責任者</a:t>
          </a:r>
          <a:r>
            <a:rPr kumimoji="1" lang="ja-JP" altLang="en-US" sz="2700" kern="1200" dirty="0"/>
            <a:t>　</a:t>
          </a:r>
          <a:r>
            <a:rPr kumimoji="1" lang="ja-JP" sz="2700" kern="1200" dirty="0"/>
            <a:t>：平野</a:t>
          </a:r>
          <a:endParaRPr lang="en-US" sz="2700" kern="1200" dirty="0"/>
        </a:p>
      </dsp:txBody>
      <dsp:txXfrm>
        <a:off x="372249" y="1614047"/>
        <a:ext cx="4588967" cy="719224"/>
      </dsp:txXfrm>
    </dsp:sp>
    <dsp:sp modelId="{ADC6063D-CC75-4E5E-A7BF-D164CEDB861D}">
      <dsp:nvSpPr>
        <dsp:cNvPr id="0" name=""/>
        <dsp:cNvSpPr/>
      </dsp:nvSpPr>
      <dsp:spPr>
        <a:xfrm>
          <a:off x="0" y="3198380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C09C0-A11E-43C9-AE26-EF0EE94225C5}">
      <dsp:nvSpPr>
        <dsp:cNvPr id="0" name=""/>
        <dsp:cNvSpPr/>
      </dsp:nvSpPr>
      <dsp:spPr>
        <a:xfrm>
          <a:off x="333341" y="2799859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/>
            <a:t>プログラム責任者：古根川</a:t>
          </a:r>
          <a:endParaRPr lang="en-US" sz="2700" kern="1200"/>
        </a:p>
      </dsp:txBody>
      <dsp:txXfrm>
        <a:off x="372249" y="2838767"/>
        <a:ext cx="4588967" cy="719224"/>
      </dsp:txXfrm>
    </dsp:sp>
    <dsp:sp modelId="{BBE3EEFA-1350-4518-8CFB-D92CA741EFCD}">
      <dsp:nvSpPr>
        <dsp:cNvPr id="0" name=""/>
        <dsp:cNvSpPr/>
      </dsp:nvSpPr>
      <dsp:spPr>
        <a:xfrm>
          <a:off x="0" y="4423100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72CB13-8601-4380-9F41-F21B8339CE0E}">
      <dsp:nvSpPr>
        <dsp:cNvPr id="0" name=""/>
        <dsp:cNvSpPr/>
      </dsp:nvSpPr>
      <dsp:spPr>
        <a:xfrm>
          <a:off x="333341" y="4024580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 dirty="0"/>
            <a:t>資料責任者</a:t>
          </a:r>
          <a:r>
            <a:rPr kumimoji="1" lang="ja-JP" altLang="en-US" sz="2700" kern="1200" dirty="0"/>
            <a:t>　　　</a:t>
          </a:r>
          <a:r>
            <a:rPr kumimoji="1" lang="ja-JP" sz="2700" kern="1200" dirty="0"/>
            <a:t>：熊野</a:t>
          </a:r>
          <a:endParaRPr lang="en-US" sz="2700" kern="1200" dirty="0"/>
        </a:p>
      </dsp:txBody>
      <dsp:txXfrm>
        <a:off x="372249" y="4063488"/>
        <a:ext cx="4588967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389D6E-24BB-D269-187E-055CACD30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E2FE3E-A334-1DA7-DFCA-25D88DA19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F0723A-C62A-CAFF-C84B-CB1F194A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F9FA07-3772-FF30-28E3-F1C4200B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A67435-F887-DB7F-34FB-AE44DBC2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54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9325D-B738-64A7-B212-E34493BB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73CA97-1B51-9412-AF77-F9A509792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3559A2-F51C-2500-22C8-6FA47EEB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D8080-6B85-C164-AAB6-B9E05097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8FB15-7BB0-867B-FCE9-942DDE73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47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43D56B-947F-64DC-1DC1-A35CA05C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C200E3-6F32-8F67-0167-18B39D51B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4F28B-481D-0904-CC66-68DA944F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B0351C-D4E0-5BBB-BFBF-FC72BA0B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70E360-A459-753E-F364-5034BBBE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19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F03C0-D769-6800-3A0C-6BAC4520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5972B9-63D5-B377-BD7D-C2D7EBBEA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7B0E6F-E95B-725A-DCB3-971597956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280592-5959-0A18-775A-379653D3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995304-04EA-7AD7-AAD2-9EF95F95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5E9BE1-7E3B-4170-D449-6A516D40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36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89A08C-7C9B-2ED1-9539-4CD39EC1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FBF6BA-6137-44FF-C1D6-497DA295F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C1C33A-0273-402F-B64A-3066D945C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948A44A-9168-FC49-917C-2B19B7D21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9AF657-42BE-4168-38F5-42E2B4364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33A720-DD1C-6CD0-AD4C-B9066649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ED4F04-91D6-AF04-C377-FA9DDBFA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698160-3622-3E15-4147-4F068EA1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34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56D869-9FD1-7643-9006-509B0834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01F421-F5F4-DE0F-2A66-12AA3A7E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313668-E42B-A4EF-ECCC-8F1203F4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FA7C3A-9FEA-7175-E72E-9CF0B517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81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09EB55-645E-99A1-D803-BDEE1C60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7E2997-6351-44E8-3D0D-6D252DA2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6174CD-AA36-2C7E-3F34-B886BA80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27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B42204-A31D-2D9F-4AD6-A604B66F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937775-A38A-8F3E-66BF-3559C953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6C0402-2961-BB3A-3F7A-F57846A55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420EF0-EF7F-0B96-C874-52D02DD7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F8EA92-1355-D7A3-2791-DB205E79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8B4625-5C88-A286-C67C-E112D957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40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512FE-E296-1E09-AE54-A4CF87C1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331208-1E6D-B980-C0E9-9EC1338C9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EB2E3F-DCDF-DDD5-BB93-CCF9CBB13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BA1B09-13D3-6895-C2C5-3B8BB8CF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5E6778-1EDA-7392-1834-9E9C326F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7569AF-2788-6658-E230-4A841C38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24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449D6D-B390-893F-9FB9-B74F62B9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BD94C0-CF51-17AC-02C2-9FAE96449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70A4B1-455E-5A92-B770-3A57544D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E456AB-C170-03EC-6F7B-BF9D1D4C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167309-4D51-DFF7-9D61-1A5C0641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84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64CC44-FB99-EF33-FAFE-716F19875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991A8D-FAEC-D2A8-6F17-5D1B34166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F5F1C4-1496-3857-E1E6-4EDC099A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090712-A0B7-F620-1C11-DF3C8665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FEB1CD-E555-4069-BD44-8D076FC2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63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88C254-2B30-B06F-3EB8-B728C76E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B4209A-E99A-91A8-3B49-F00223CBC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D95B1-F35C-AA4E-4855-5E808231D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7420B-25B7-4119-B08D-1641C5172B9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E86F15-C103-88CB-D744-E6AD17491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B9A1F-5184-3FF5-94E8-B87E8487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669CE-5701-4D8F-A40D-584922499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40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6D41CE-6233-0436-48E4-C5AD50B06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800" b="1">
                <a:solidFill>
                  <a:srgbClr val="FFFFFF"/>
                </a:solidFill>
                <a:ea typeface="游ゴシック Light"/>
              </a:rPr>
              <a:t>中間発表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68DB67-7A8D-A895-4FF2-FD9408921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>
                <a:solidFill>
                  <a:srgbClr val="FFFFFF"/>
                </a:solidFill>
              </a:rPr>
              <a:t>グループ</a:t>
            </a:r>
            <a:r>
              <a:rPr kumimoji="1" lang="en-US" altLang="ja-JP">
                <a:solidFill>
                  <a:srgbClr val="FFFFFF"/>
                </a:solidFill>
              </a:rPr>
              <a:t>7</a:t>
            </a:r>
          </a:p>
          <a:p>
            <a:pPr algn="l"/>
            <a:r>
              <a:rPr kumimoji="1" lang="ja-JP" altLang="en-US">
                <a:solidFill>
                  <a:srgbClr val="FFFFFF"/>
                </a:solidFill>
              </a:rPr>
              <a:t>岸本仁、熊野拓海、古根川雄飛、平野悠斗</a:t>
            </a:r>
            <a:endParaRPr kumimoji="1" lang="en-US" altLang="ja-JP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4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75A22A-0A05-2497-AAE3-26400D2D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kumimoji="1" lang="ja-JP" alt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１．要求仕様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C88CA-8AC1-8E16-5A4E-DC0FA2F5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360" y="741392"/>
            <a:ext cx="4159279" cy="774142"/>
          </a:xfrm>
        </p:spPr>
        <p:txBody>
          <a:bodyPr anchor="b">
            <a:noAutofit/>
          </a:bodyPr>
          <a:lstStyle/>
          <a:p>
            <a:r>
              <a:rPr kumimoji="1" lang="ja-JP" altLang="en-US" b="1">
                <a:ea typeface="游ゴシック Light"/>
              </a:rPr>
              <a:t>システムの概要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EC137E-2F3D-D94F-3911-C5A06089C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28" y="1839803"/>
            <a:ext cx="4736706" cy="40763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2400" dirty="0">
                <a:ea typeface="游ゴシック"/>
              </a:rPr>
              <a:t>危険エリア(キッチンなど)に近づくと警告音を出し、カメラの映像を確認できるようにする。</a:t>
            </a:r>
          </a:p>
          <a:p>
            <a:endParaRPr lang="ja-JP" altLang="en-US" sz="2400" dirty="0">
              <a:ea typeface="游ゴシック"/>
            </a:endParaRPr>
          </a:p>
          <a:p>
            <a:r>
              <a:rPr lang="ja-JP" altLang="en-US" sz="2400" dirty="0">
                <a:ea typeface="游ゴシック"/>
              </a:rPr>
              <a:t>室内の温湿度に合わせ、エアコンを自動で稼働する。</a:t>
            </a:r>
            <a:endParaRPr lang="ja-JP" sz="2400" dirty="0">
              <a:ea typeface="游ゴシック"/>
            </a:endParaRPr>
          </a:p>
          <a:p>
            <a:endParaRPr lang="ja-JP" altLang="en-US" sz="2000" dirty="0">
              <a:ea typeface="游ゴシック"/>
            </a:endParaRPr>
          </a:p>
          <a:p>
            <a:endParaRPr lang="ja-JP" altLang="en-US" sz="2000" dirty="0">
              <a:ea typeface="游ゴシック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323E3-845B-FCF5-404C-8FCA612D2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92854" y="1092535"/>
            <a:ext cx="2817746" cy="46729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89B7EF-7062-8ED3-F36F-344DA3AE3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780" y="1763236"/>
            <a:ext cx="3331526" cy="333152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92AA144-DDFF-C43B-6866-516C9091D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557A69-9517-26A8-EF3F-E65057EEC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C5987E-7AB5-0A21-D727-68B38B342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066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396D2-D856-B888-1D13-AC947C88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要求仕様</a:t>
            </a:r>
            <a:endParaRPr lang="ja-JP" altLang="en-US" b="1">
              <a:ea typeface="游ゴシック Light"/>
            </a:endParaRP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9514BE68-6821-E355-B9F2-066A27881E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481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C63A0-FB32-80B5-C43C-E7A95FBE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>
                <a:ea typeface="游ゴシック Light"/>
              </a:rPr>
              <a:t>想定する利用者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6C96F8C5-299C-6361-90EA-3D3CE5295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883052"/>
              </p:ext>
            </p:extLst>
          </p:nvPr>
        </p:nvGraphicFramePr>
        <p:xfrm>
          <a:off x="838200" y="1473200"/>
          <a:ext cx="10515600" cy="4703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366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7CFF1-3922-18C5-7078-550CB50D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62FBFA4-0E81-5524-6D51-6BA131AC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ja-JP" alt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２．設計</a:t>
            </a:r>
            <a:endParaRPr kumimoji="1" lang="en-US" altLang="ja-JP" sz="48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9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65140C-CFC3-F2DD-A618-090FD251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69" y="-1826"/>
            <a:ext cx="5846483" cy="1325563"/>
          </a:xfrm>
        </p:spPr>
        <p:txBody>
          <a:bodyPr/>
          <a:lstStyle/>
          <a:p>
            <a:r>
              <a:rPr kumimoji="1" lang="ja-JP" altLang="en-US" b="1">
                <a:ea typeface="游ゴシック Light"/>
              </a:rPr>
              <a:t>システムの処理の流れ</a:t>
            </a:r>
            <a:endParaRPr lang="ja-JP" altLang="en-US" b="1" dirty="0">
              <a:ea typeface="游ゴシック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EFDFC6-F23B-0F05-E4E4-52108A5BC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1684" r="-452" b="22028"/>
          <a:stretch>
            <a:fillRect/>
          </a:stretch>
        </p:blipFill>
        <p:spPr>
          <a:xfrm>
            <a:off x="6287039" y="948291"/>
            <a:ext cx="5578941" cy="5675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E9FB1B-70D9-A1DD-DF3A-BC38DE347AE2}"/>
              </a:ext>
            </a:extLst>
          </p:cNvPr>
          <p:cNvSpPr txBox="1"/>
          <p:nvPr/>
        </p:nvSpPr>
        <p:spPr>
          <a:xfrm>
            <a:off x="5844899" y="572671"/>
            <a:ext cx="34322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 b="1">
                <a:ea typeface="游ゴシック"/>
              </a:rPr>
              <a:t>・データフロー図</a:t>
            </a:r>
            <a:endParaRPr lang="en-US" sz="2400" b="1">
              <a:ea typeface="游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C2E70-478F-2A1E-D12C-EC3D04239A5E}"/>
              </a:ext>
            </a:extLst>
          </p:cNvPr>
          <p:cNvSpPr txBox="1"/>
          <p:nvPr/>
        </p:nvSpPr>
        <p:spPr>
          <a:xfrm>
            <a:off x="223157" y="1538155"/>
            <a:ext cx="6063882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游ゴシック"/>
              </a:rPr>
              <a:t>1.　</a:t>
            </a:r>
            <a:r>
              <a:rPr lang="ja-JP" altLang="en-US" sz="2800" b="1" dirty="0">
                <a:ea typeface="游ゴシック"/>
              </a:rPr>
              <a:t>環境モニタリングと記録</a:t>
            </a:r>
          </a:p>
          <a:p>
            <a:r>
              <a:rPr lang="ja-JP" altLang="en-US" sz="2000" dirty="0">
                <a:ea typeface="游ゴシック"/>
              </a:rPr>
              <a:t>・Nature Remo3とスプレッドシートを活用</a:t>
            </a:r>
            <a:endParaRPr lang="en-US" altLang="ja-JP" sz="2000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r>
              <a:rPr lang="ja-JP" altLang="en-US" sz="2800" b="1" dirty="0">
                <a:ea typeface="游ゴシック"/>
              </a:rPr>
              <a:t>2.　不快指数の計算と判断</a:t>
            </a:r>
          </a:p>
          <a:p>
            <a:endParaRPr lang="en-US" altLang="ja-JP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r>
              <a:rPr lang="ja-JP" altLang="en-US" sz="2800" b="1" dirty="0">
                <a:ea typeface="游ゴシック"/>
              </a:rPr>
              <a:t>3.　エアコンの自動制御</a:t>
            </a:r>
          </a:p>
          <a:p>
            <a:r>
              <a:rPr lang="ja-JP" altLang="en-US" sz="2000" dirty="0">
                <a:ea typeface="游ゴシック"/>
              </a:rPr>
              <a:t>・気温、湿度、ユーザー情報を利用</a:t>
            </a:r>
          </a:p>
          <a:p>
            <a:endParaRPr lang="en-US" altLang="ja-JP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r>
              <a:rPr lang="ja-JP" altLang="en-US" sz="2800" b="1" dirty="0">
                <a:ea typeface="游ゴシック"/>
              </a:rPr>
              <a:t>4. ユーザーへの通知(LINE連携)</a:t>
            </a:r>
          </a:p>
          <a:p>
            <a:r>
              <a:rPr lang="ja-JP" altLang="en-US" sz="2000" dirty="0">
                <a:ea typeface="游ゴシック"/>
              </a:rPr>
              <a:t>・部屋の状態通知、人感センサーによる見守り機能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5879BC-4142-5B54-7F8A-6D76B607039E}"/>
              </a:ext>
            </a:extLst>
          </p:cNvPr>
          <p:cNvCxnSpPr/>
          <p:nvPr/>
        </p:nvCxnSpPr>
        <p:spPr>
          <a:xfrm>
            <a:off x="329821" y="943970"/>
            <a:ext cx="5365615" cy="4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66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755CDB-2BEC-A856-829D-8A68C2A1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5" y="1185"/>
            <a:ext cx="4976884" cy="1336936"/>
          </a:xfrm>
        </p:spPr>
        <p:txBody>
          <a:bodyPr/>
          <a:lstStyle/>
          <a:p>
            <a:r>
              <a:rPr kumimoji="1" lang="ja-JP" altLang="en-US" b="1">
                <a:ea typeface="游ゴシック Light"/>
              </a:rPr>
              <a:t>必要なモジュール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B4E13E-E12E-D3F6-4B65-F88FE0081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32" y="1278467"/>
            <a:ext cx="10515600" cy="485139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n-US" b="1" dirty="0">
                <a:ea typeface="游ゴシック"/>
              </a:rPr>
              <a:t>-----------従来のプログラム--------------</a:t>
            </a:r>
          </a:p>
          <a:p>
            <a:pPr marL="0" indent="0">
              <a:buNone/>
            </a:pPr>
            <a:endParaRPr lang="ja-JP" altLang="en-US" b="1" dirty="0">
              <a:ea typeface="游ゴシック"/>
            </a:endParaRPr>
          </a:p>
          <a:p>
            <a:r>
              <a:rPr lang="ja-JP" altLang="en-US" dirty="0">
                <a:ea typeface="游ゴシック"/>
              </a:rPr>
              <a:t>スプレッドシート管理用プログラム</a:t>
            </a:r>
            <a:endParaRPr lang="en-US" altLang="ja-JP" dirty="0">
              <a:ea typeface="游ゴシック"/>
            </a:endParaRPr>
          </a:p>
          <a:p>
            <a:r>
              <a:rPr lang="ja-JP" altLang="en-US" dirty="0">
                <a:ea typeface="游ゴシック"/>
              </a:rPr>
              <a:t>Remo3からのデータ取得用プログラム</a:t>
            </a:r>
          </a:p>
          <a:p>
            <a:r>
              <a:rPr lang="ja-JP" altLang="en-US" dirty="0">
                <a:ea typeface="游ゴシック"/>
              </a:rPr>
              <a:t>センサデータ管理用プログラム</a:t>
            </a: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 b="1" dirty="0">
                <a:ea typeface="游ゴシック"/>
              </a:rPr>
              <a:t>--------------コレに加えて----------------</a:t>
            </a:r>
          </a:p>
          <a:p>
            <a:pPr marL="0" indent="0">
              <a:buNone/>
            </a:pPr>
            <a:endParaRPr lang="ja-JP" altLang="en-US" b="1" dirty="0">
              <a:ea typeface="游ゴシック"/>
            </a:endParaRPr>
          </a:p>
          <a:p>
            <a:r>
              <a:rPr lang="ja-JP" altLang="en-US" dirty="0">
                <a:ea typeface="游ゴシック"/>
              </a:rPr>
              <a:t>LINE用のプログラム</a:t>
            </a:r>
          </a:p>
          <a:p>
            <a:r>
              <a:rPr lang="ja-JP" altLang="en-US" dirty="0">
                <a:ea typeface="游ゴシック"/>
              </a:rPr>
              <a:t>エアコン操作用のプログラム</a:t>
            </a:r>
          </a:p>
          <a:p>
            <a:r>
              <a:rPr lang="ja-JP" altLang="en-US" dirty="0">
                <a:ea typeface="游ゴシック"/>
              </a:rPr>
              <a:t>カメラ操作用のプログラム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F66C89-0DEC-A2E2-5692-1F24574464CE}"/>
              </a:ext>
            </a:extLst>
          </p:cNvPr>
          <p:cNvCxnSpPr/>
          <p:nvPr/>
        </p:nvCxnSpPr>
        <p:spPr>
          <a:xfrm flipV="1">
            <a:off x="477672" y="989461"/>
            <a:ext cx="4344536" cy="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2AA94B0A-DF0C-5A68-591A-88F99A986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8638" y="831376"/>
            <a:ext cx="5681123" cy="54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6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1906C-816F-83CD-030C-C8C66E2B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A2E1485-052A-8783-B2BF-64E3F9EF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３．プロジェクト計画</a:t>
            </a:r>
            <a:endParaRPr kumimoji="1" lang="en-US" altLang="ja-JP" sz="48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0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7F1E5BE-2615-EF2F-795F-351D9199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 b="1">
                <a:solidFill>
                  <a:srgbClr val="FFFFFF"/>
                </a:solidFill>
                <a:ea typeface="游ゴシック Light"/>
              </a:rPr>
              <a:t>開発体制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10E9AA8E-722A-1535-54A8-BC5E74DE3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8808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40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2593CCE-D2B5-013B-CC86-E68886F7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ja-JP" altLang="en-US" sz="4000" b="1">
                <a:solidFill>
                  <a:srgbClr val="FFFFFF"/>
                </a:solidFill>
                <a:ea typeface="游ゴシック Light"/>
              </a:rPr>
              <a:t>開発スケジュール</a:t>
            </a:r>
          </a:p>
        </p:txBody>
      </p:sp>
      <p:graphicFrame>
        <p:nvGraphicFramePr>
          <p:cNvPr id="11" name="コンテンツ プレースホルダー 10">
            <a:extLst>
              <a:ext uri="{FF2B5EF4-FFF2-40B4-BE49-F238E27FC236}">
                <a16:creationId xmlns:a16="http://schemas.microsoft.com/office/drawing/2014/main" id="{3EEB9184-794A-4765-9D88-F843A5B4F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887260"/>
              </p:ext>
            </p:extLst>
          </p:nvPr>
        </p:nvGraphicFramePr>
        <p:xfrm>
          <a:off x="632083" y="1742701"/>
          <a:ext cx="10927833" cy="4497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296">
                  <a:extLst>
                    <a:ext uri="{9D8B030D-6E8A-4147-A177-3AD203B41FA5}">
                      <a16:colId xmlns:a16="http://schemas.microsoft.com/office/drawing/2014/main" val="6249018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52975504"/>
                    </a:ext>
                  </a:extLst>
                </a:gridCol>
                <a:gridCol w="1002535">
                  <a:extLst>
                    <a:ext uri="{9D8B030D-6E8A-4147-A177-3AD203B41FA5}">
                      <a16:colId xmlns:a16="http://schemas.microsoft.com/office/drawing/2014/main" val="55173904"/>
                    </a:ext>
                  </a:extLst>
                </a:gridCol>
                <a:gridCol w="1112703">
                  <a:extLst>
                    <a:ext uri="{9D8B030D-6E8A-4147-A177-3AD203B41FA5}">
                      <a16:colId xmlns:a16="http://schemas.microsoft.com/office/drawing/2014/main" val="2534160263"/>
                    </a:ext>
                  </a:extLst>
                </a:gridCol>
                <a:gridCol w="1101687">
                  <a:extLst>
                    <a:ext uri="{9D8B030D-6E8A-4147-A177-3AD203B41FA5}">
                      <a16:colId xmlns:a16="http://schemas.microsoft.com/office/drawing/2014/main" val="659333694"/>
                    </a:ext>
                  </a:extLst>
                </a:gridCol>
                <a:gridCol w="1189822">
                  <a:extLst>
                    <a:ext uri="{9D8B030D-6E8A-4147-A177-3AD203B41FA5}">
                      <a16:colId xmlns:a16="http://schemas.microsoft.com/office/drawing/2014/main" val="3430305271"/>
                    </a:ext>
                  </a:extLst>
                </a:gridCol>
                <a:gridCol w="1189821">
                  <a:extLst>
                    <a:ext uri="{9D8B030D-6E8A-4147-A177-3AD203B41FA5}">
                      <a16:colId xmlns:a16="http://schemas.microsoft.com/office/drawing/2014/main" val="2984694595"/>
                    </a:ext>
                  </a:extLst>
                </a:gridCol>
                <a:gridCol w="1156772">
                  <a:extLst>
                    <a:ext uri="{9D8B030D-6E8A-4147-A177-3AD203B41FA5}">
                      <a16:colId xmlns:a16="http://schemas.microsoft.com/office/drawing/2014/main" val="3684185080"/>
                    </a:ext>
                  </a:extLst>
                </a:gridCol>
                <a:gridCol w="1061797">
                  <a:extLst>
                    <a:ext uri="{9D8B030D-6E8A-4147-A177-3AD203B41FA5}">
                      <a16:colId xmlns:a16="http://schemas.microsoft.com/office/drawing/2014/main" val="3864682735"/>
                    </a:ext>
                  </a:extLst>
                </a:gridCol>
              </a:tblGrid>
              <a:tr h="680944"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タスク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担当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第</a:t>
                      </a:r>
                      <a:r>
                        <a:rPr kumimoji="1" lang="en-US" altLang="ja-JP" sz="1800" dirty="0"/>
                        <a:t>3</a:t>
                      </a:r>
                      <a:r>
                        <a:rPr kumimoji="1" lang="ja-JP" altLang="en-US" sz="1800" dirty="0"/>
                        <a:t>週</a:t>
                      </a:r>
                      <a:endParaRPr kumimoji="1" lang="en-US" altLang="ja-JP" sz="1800" dirty="0"/>
                    </a:p>
                    <a:p>
                      <a:r>
                        <a:rPr kumimoji="1" lang="ja-JP" altLang="en-US" sz="1800" dirty="0"/>
                        <a:t>４限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第４週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2061381779"/>
                  </a:ext>
                </a:extLst>
              </a:tr>
              <a:tr h="705146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要求仕様・設計の見直し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全員</a:t>
                      </a:r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4022524548"/>
                  </a:ext>
                </a:extLst>
              </a:tr>
              <a:tr h="4600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スプレッドシート</a:t>
                      </a:r>
                      <a:endParaRPr lang="en-US" altLang="ja-JP" sz="180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管理プログラム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平野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熊野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224704402"/>
                  </a:ext>
                </a:extLst>
              </a:tr>
              <a:tr h="460098">
                <a:tc>
                  <a:txBody>
                    <a:bodyPr/>
                    <a:lstStyle/>
                    <a:p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natureRemo3</a:t>
                      </a:r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連携・データ取得プログラム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古根川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岸本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1449688448"/>
                  </a:ext>
                </a:extLst>
              </a:tr>
              <a:tr h="460098"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センサデータ管理</a:t>
                      </a:r>
                    </a:p>
                    <a:p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</a:t>
                      </a:r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不快指数計算プログラム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熊野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平野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2774946655"/>
                  </a:ext>
                </a:extLst>
              </a:tr>
              <a:tr h="460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エアコン自動制御・</a:t>
                      </a:r>
                    </a:p>
                    <a:p>
                      <a:pPr algn="ctr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履歴記録プログラム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古根川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岸本</a:t>
                      </a:r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2019" marR="92019" marT="46010" marB="46010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2019" marR="92019" marT="46010" marB="46010"/>
                </a:tc>
                <a:extLst>
                  <a:ext uri="{0D108BD9-81ED-4DB2-BD59-A6C34878D82A}">
                    <a16:rowId xmlns:a16="http://schemas.microsoft.com/office/drawing/2014/main" val="2171927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61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37293-29E4-0112-20C8-DE5F2AA0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E90D188-9A82-90B0-C3C2-C068967C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ja-JP" altLang="en-US" sz="4000" b="1">
                <a:solidFill>
                  <a:srgbClr val="FFFFFF"/>
                </a:solidFill>
                <a:ea typeface="游ゴシック Light"/>
              </a:rPr>
              <a:t>開発スケジュール</a:t>
            </a:r>
          </a:p>
        </p:txBody>
      </p:sp>
      <p:graphicFrame>
        <p:nvGraphicFramePr>
          <p:cNvPr id="11" name="コンテンツ プレースホルダー 10">
            <a:extLst>
              <a:ext uri="{FF2B5EF4-FFF2-40B4-BE49-F238E27FC236}">
                <a16:creationId xmlns:a16="http://schemas.microsoft.com/office/drawing/2014/main" id="{988F6DB6-37D6-EB45-C146-943F940A5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697184"/>
              </p:ext>
            </p:extLst>
          </p:nvPr>
        </p:nvGraphicFramePr>
        <p:xfrm>
          <a:off x="644056" y="2227493"/>
          <a:ext cx="10927836" cy="399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026">
                  <a:extLst>
                    <a:ext uri="{9D8B030D-6E8A-4147-A177-3AD203B41FA5}">
                      <a16:colId xmlns:a16="http://schemas.microsoft.com/office/drawing/2014/main" val="624901807"/>
                    </a:ext>
                  </a:extLst>
                </a:gridCol>
                <a:gridCol w="1082958">
                  <a:extLst>
                    <a:ext uri="{9D8B030D-6E8A-4147-A177-3AD203B41FA5}">
                      <a16:colId xmlns:a16="http://schemas.microsoft.com/office/drawing/2014/main" val="2552975504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551739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3416026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659333694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343030527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98469459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684185080"/>
                    </a:ext>
                  </a:extLst>
                </a:gridCol>
                <a:gridCol w="1147732">
                  <a:extLst>
                    <a:ext uri="{9D8B030D-6E8A-4147-A177-3AD203B41FA5}">
                      <a16:colId xmlns:a16="http://schemas.microsoft.com/office/drawing/2014/main" val="3864682735"/>
                    </a:ext>
                  </a:extLst>
                </a:gridCol>
              </a:tblGrid>
              <a:tr h="405538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タスク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担当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第</a:t>
                      </a:r>
                      <a:r>
                        <a:rPr kumimoji="1" lang="en-US" altLang="ja-JP" sz="1800" dirty="0"/>
                        <a:t>3</a:t>
                      </a:r>
                      <a:r>
                        <a:rPr kumimoji="1" lang="ja-JP" altLang="en-US" sz="1800" dirty="0"/>
                        <a:t>週</a:t>
                      </a:r>
                      <a:endParaRPr kumimoji="1" lang="en-US" altLang="ja-JP" sz="1800" dirty="0"/>
                    </a:p>
                    <a:p>
                      <a:r>
                        <a:rPr kumimoji="1" lang="ja-JP" altLang="en-US" sz="1800" dirty="0"/>
                        <a:t>４限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第４週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/>
                        <a:t>第</a:t>
                      </a:r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週</a:t>
                      </a:r>
                      <a:endParaRPr kumimoji="1" lang="en-US" altLang="ja-JP" sz="1800"/>
                    </a:p>
                    <a:p>
                      <a:r>
                        <a:rPr kumimoji="1" lang="en-US" altLang="ja-JP" sz="1800"/>
                        <a:t>4</a:t>
                      </a:r>
                      <a:r>
                        <a:rPr kumimoji="1" lang="ja-JP" altLang="en-US" sz="1800"/>
                        <a:t>限</a:t>
                      </a:r>
                    </a:p>
                  </a:txBody>
                  <a:tcPr marL="122944" marR="122944" marT="61473" marB="61473"/>
                </a:tc>
                <a:extLst>
                  <a:ext uri="{0D108BD9-81ED-4DB2-BD59-A6C34878D82A}">
                    <a16:rowId xmlns:a16="http://schemas.microsoft.com/office/drawing/2014/main" val="2061381779"/>
                  </a:ext>
                </a:extLst>
              </a:tr>
              <a:tr h="611628">
                <a:tc>
                  <a:txBody>
                    <a:bodyPr/>
                    <a:lstStyle/>
                    <a:p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</a:t>
                      </a:r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通知・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カメラ連携プログラム</a:t>
                      </a:r>
                      <a:endParaRPr kumimoji="1" lang="en-US" altLang="ja-JP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古根川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熊野</a:t>
                      </a:r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extLst>
                  <a:ext uri="{0D108BD9-81ED-4DB2-BD59-A6C34878D82A}">
                    <a16:rowId xmlns:a16="http://schemas.microsoft.com/office/drawing/2014/main" val="4022524548"/>
                  </a:ext>
                </a:extLst>
              </a:tr>
              <a:tr h="611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音声アラート・</a:t>
                      </a:r>
                      <a:endParaRPr lang="en-US" altLang="ja-JP" sz="180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エリア有効化管理プログラム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全員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04402"/>
                  </a:ext>
                </a:extLst>
              </a:tr>
              <a:tr h="611628">
                <a:tc>
                  <a:txBody>
                    <a:bodyPr/>
                    <a:lstStyle/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総合テスト</a:t>
                      </a:r>
                    </a:p>
                    <a:p>
                      <a:r>
                        <a:rPr kumimoji="1" lang="ja-JP" altLang="ja-JP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非機能要件の計測</a:t>
                      </a:r>
                      <a:endParaRPr kumimoji="1" lang="ja-JP" altLang="en-US" sz="1800" dirty="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全員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688448"/>
                  </a:ext>
                </a:extLst>
              </a:tr>
              <a:tr h="611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800" kern="100" dirty="0">
                          <a:effectLst/>
                          <a:latin typeface="游明朝" panose="02020400000000000000" pitchFamily="18" charset="-128"/>
                          <a:ea typeface="游明朝" panose="02020400000000000000" pitchFamily="18" charset="-128"/>
                          <a:cs typeface="Times New Roman" panose="02020603050405020304" pitchFamily="18" charset="0"/>
                        </a:rPr>
                        <a:t>成果発表資料作成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全員</a:t>
                      </a:r>
                    </a:p>
                  </a:txBody>
                  <a:tcPr marL="122944" marR="122944" marT="61473" marB="61473"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22944" marR="122944" marT="61473" marB="61473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946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63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74F062F2EBFD54B8711D420C27E47E9" ma:contentTypeVersion="4" ma:contentTypeDescription="新しいドキュメントを作成します。" ma:contentTypeScope="" ma:versionID="bed95369ec07e9d04b967f9ea94b2346">
  <xsd:schema xmlns:xsd="http://www.w3.org/2001/XMLSchema" xmlns:xs="http://www.w3.org/2001/XMLSchema" xmlns:p="http://schemas.microsoft.com/office/2006/metadata/properties" xmlns:ns3="24fd7b60-dc53-4295-8642-7db63087f73a" targetNamespace="http://schemas.microsoft.com/office/2006/metadata/properties" ma:root="true" ma:fieldsID="f71df6a448c9c0bc7fe089896a7a2a75" ns3:_="">
    <xsd:import namespace="24fd7b60-dc53-4295-8642-7db63087f73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d7b60-dc53-4295-8642-7db63087f73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B8A284-ECAE-4434-976A-EAFFAE1BE9EB}">
  <ds:schemaRefs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24fd7b60-dc53-4295-8642-7db63087f73a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65FCE4-1C73-4378-A637-5032E0E79781}">
  <ds:schemaRefs>
    <ds:schemaRef ds:uri="24fd7b60-dc53-4295-8642-7db63087f7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E8922F-38B7-43CF-8476-3242CD8FAA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484</Words>
  <Application>Microsoft Office PowerPoint</Application>
  <PresentationFormat>ワイド画面</PresentationFormat>
  <Paragraphs>114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游明朝</vt:lpstr>
      <vt:lpstr>Arial</vt:lpstr>
      <vt:lpstr>Office テーマ</vt:lpstr>
      <vt:lpstr>中間発表</vt:lpstr>
      <vt:lpstr>１．要求仕様</vt:lpstr>
      <vt:lpstr>システムの概要</vt:lpstr>
      <vt:lpstr>要求仕様</vt:lpstr>
      <vt:lpstr>想定する利用者</vt:lpstr>
      <vt:lpstr>２．設計</vt:lpstr>
      <vt:lpstr>システムの処理の流れ</vt:lpstr>
      <vt:lpstr>必要なモジュール</vt:lpstr>
      <vt:lpstr>３．プロジェクト計画</vt:lpstr>
      <vt:lpstr>開発体制</vt:lpstr>
      <vt:lpstr>開発スケジュール</vt:lpstr>
      <vt:lpstr>開発スケジュール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熊野 拓海(is0825xi)</dc:creator>
  <cp:lastModifiedBy>古根川 雄飛(is0723hk)</cp:lastModifiedBy>
  <cp:revision>2</cp:revision>
  <dcterms:created xsi:type="dcterms:W3CDTF">2026-04-15T05:55:07Z</dcterms:created>
  <dcterms:modified xsi:type="dcterms:W3CDTF">2026-04-21T23:58:52Z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0x010100074F062F2EBFD54B8711D420C27E47E9</vt:lpwstr>
  </property>
</Properties>
</file>